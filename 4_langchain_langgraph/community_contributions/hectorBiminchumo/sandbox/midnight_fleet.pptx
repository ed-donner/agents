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Helvetica Neue"/>
              </a:rPr>
              <a:t>More Ports Online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550408" y="2240280"/>
            <a:ext cx="1097280" cy="45720"/>
          </a:xfrm>
          <a:prstGeom prst="rect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A9C1E8"/>
                </a:solidFill>
                <a:latin typeface="Helvetica Neue"/>
              </a:rPr>
              <a:t>188,096 public 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A9C1E8"/>
                </a:solidFill>
                <a:latin typeface="Helvetica Neue"/>
              </a:rPr>
              <a:t>Q2 2024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A9C1E8"/>
                </a:solidFill>
                <a:latin typeface="Helvetica Neue"/>
              </a:rPr>
              <a:t>DOE AFDC Station Locator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AA9FF"/>
                </a:solidFill>
                <a:latin typeface="Helvetica Neue"/>
              </a:rPr>
              <a:t>Public EV charging infrastructure reached 188,096 ports in Q2 2024, as tracked by the U.S. DOE AFDC Station Locator.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