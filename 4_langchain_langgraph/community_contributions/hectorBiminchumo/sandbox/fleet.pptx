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75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9C4D0"/>
                </a:solidFill>
              </a:rPr>
              <a:t>VOLTWAY 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Recommend Tesla Model Y for the 100-Car Sales Fleet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2331720"/>
            <a:ext cx="201168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880360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Longer EPA range than Mach-E supports high-mileage sales routes and fewer charging stops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38727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47287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Quicker DC fast charging plus Supercharger access improves downtime and route flexibility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97096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0565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Better operational efficiency for fleet use; Mach-E remains a credible alternative but trails on charging speed and cargo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C2A8"/>
                </a:solidFill>
              </a:rPr>
              <a:t>VOLTWAY RECOMMENDS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0680"/>
            <a:ext cx="11274552" cy="960120"/>
          </a:xfrm>
          <a:prstGeom prst="roundRect">
            <a:avLst>
              <a:gd name="adj" fmla="val 1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600" b="1">
                <a:solidFill>
                  <a:srgbClr val="0A2540"/>
                </a:solidFill>
              </a:rPr>
              <a:t>Select the Tesla Model Y as the primary vehicle for the 100-car sales fleet. Its longer range, faster charging, and Supercharger access make it the strongest choice for operational efficiency. Keep the Ford Mustang Mach-E as a credible backup option, but not the lead recommendation.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